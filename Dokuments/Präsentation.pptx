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1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8F369-4E12-D3A6-AB96-6CBDB0D57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BA1B34-18C3-F6B3-BDD8-13B70E9C0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94B289-8B9D-8BAF-7EB1-C15B26EC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B2A7C0-7045-B6DD-E657-465AA21B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623CA-CB50-E418-3556-A6A9A6FC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94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1052B-0128-946D-DD74-4638810F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03A495-2A84-336A-62F2-CD8977D3D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DADDFA-B089-7385-261D-4630B019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5B4058-1FA6-2DBF-6616-0091B01F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DA379D-8489-3414-6D4A-B98BED0E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439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654C46-E239-E932-6626-465C1CB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9CE20D-2FBB-FEF2-3847-D6072C3C3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32DED3-F817-1DAB-8223-40F191E6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1952F9-8BAC-C314-4A39-864FDA20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8E7838-9F80-D071-4CE2-1120F0C8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23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419F83-8AAA-3B7B-42F7-732F7B07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3F2A06-9B6A-37EF-FA57-C5153C0E6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4D850A-7488-6217-362C-15E52D0D5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9915CA-13C2-0782-27ED-B258D788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D9384C-2B16-BB61-B292-144E7D38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FACCE2-27CE-33CF-60EC-4CDD408D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26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9BEFD-75C9-C44C-31E4-16236768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15ED2B-C415-BDD6-E722-D3BD9BB25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733345-1AC7-E82E-B4E8-2A0CCEBFD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C27FC6-366C-EB10-2006-1EC667746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AF7F08-292C-E9E2-F786-10D1634E4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81B9CB-C533-6E52-EBF5-29D9D216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75BA66-964E-7EB2-51A0-A5F1BE54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14D89C-F333-9F4F-A3AB-E6A89F6B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69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DA444-C171-3F46-3E30-D704DE847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77248D-C507-A78E-6EB0-B4050C66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5B9A3C-BA28-F7AE-062C-53149146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F4B95F-28A5-A547-35BA-72180A12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7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4DF44-CD85-E8CA-8139-0D39797C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4307FB-6ED9-BD14-F019-006A3ECA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812844-5694-4C5B-318A-C0FE58D8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70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5DDB7-DFFB-2E86-6DAA-D27D5127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C401DB-D2B7-76EB-554F-6EFB3824C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936FAC-7A25-2173-9590-0B73AE48B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4677AA-8A3E-35D7-2C7B-AD8EA19B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E5B6513-09BD-9968-09A4-0725B97C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39D362-8037-B38A-B072-E123E702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56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FFB79-7E76-AF8B-EBC1-C151F38A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E43751-1125-6540-8B63-CF3220BF0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C61179-48A8-CFD9-491E-0B94FB6BC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E15652-2F75-6677-6DE7-2228463C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AB9DF-3C43-B078-D8D2-BA278CF2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88D101-E996-BBFD-2FC4-AEB812DC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7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E951D-4A4B-C1AE-D4D4-4C02D9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A0AB2A-07D5-0F35-9887-D0D731208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4E7746-FBD4-5A08-9DAA-A0D3907D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ED7242-21F5-865A-2E8C-778128FF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934297-FC00-4B0C-7EC2-B3788491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54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61A8217-92DB-65B7-DA55-50844C6BF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29CF06-114B-54BC-04EB-8DAE48730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7EC4F7-7BC6-F2D9-E5C2-5D9DCD42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3F48B2-4CEA-5C41-55DB-7FD333D2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CBA1C1-5AC8-9C58-E591-D2D676B4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57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F9D9FD0-9ACB-8CDF-74AD-0AF8471A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007698-8300-5509-15BB-670F2CC8B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F0A5C0-6F0D-B3B9-F65E-CF87BA3C9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A9A53-7B7C-3D4F-A0D1-656E9263C247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66DA1A-697E-0774-C65D-6950B4BC0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55E266-CC81-E80B-6808-C5362CD30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5116A-D672-994A-97BC-4890C005BF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8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avensburger ThinkFun - Rush Hour (Deutsch, Englisch, Französisch,  Italienisch, Niederländisch, Portugiesisch, Spanisch, 1 - 4 Spieler)">
            <a:extLst>
              <a:ext uri="{FF2B5EF4-FFF2-40B4-BE49-F238E27FC236}">
                <a16:creationId xmlns:a16="http://schemas.microsoft.com/office/drawing/2014/main" id="{9E40E846-9051-248D-8F3B-D93A5AAA7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1" t="6863" r="10913" b="2353"/>
          <a:stretch>
            <a:fillRect/>
          </a:stretch>
        </p:blipFill>
        <p:spPr bwMode="auto">
          <a:xfrm>
            <a:off x="0" y="-1465773"/>
            <a:ext cx="12192000" cy="1067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F493A5E1-D22A-27D0-4D12-D4C74B711ED2}"/>
              </a:ext>
            </a:extLst>
          </p:cNvPr>
          <p:cNvSpPr/>
          <p:nvPr/>
        </p:nvSpPr>
        <p:spPr>
          <a:xfrm>
            <a:off x="0" y="-1483112"/>
            <a:ext cx="12322098" cy="834111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D9F55E-6DAD-3746-AE6E-DE5860EC8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Rush Hour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F7DE60-22C6-92DD-BD2D-680671C0F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Hartlauer Sandra, Langsenlehner Cornelia</a:t>
            </a:r>
          </a:p>
        </p:txBody>
      </p:sp>
    </p:spTree>
    <p:extLst>
      <p:ext uri="{BB962C8B-B14F-4D97-AF65-F5344CB8AC3E}">
        <p14:creationId xmlns:p14="http://schemas.microsoft.com/office/powerpoint/2010/main" val="428235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82953C-6CA6-78B1-8D8B-03688F49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e-DE" sz="4000"/>
              <a:t>Prinzip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1DC7D75-747C-077E-A683-32209AE54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„Rush Hour“ ist ein Logik-Puzzle auf einem </a:t>
            </a:r>
            <a:r>
              <a:rPr kumimoji="0" lang="de-DE" altLang="de-D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6×6 Spielfeld</a:t>
            </a:r>
            <a:endParaRPr kumimoji="0" lang="de-DE" altLang="de-DE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1900">
                <a:latin typeface="Arial" panose="020B0604020202020204" pitchFamily="34" charset="0"/>
              </a:rPr>
              <a:t> M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ehrere Autos mit unterschiedlicher Länge (2 oder 3 Felder)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Autos können sich </a:t>
            </a:r>
            <a:r>
              <a:rPr kumimoji="0" lang="de-DE" altLang="de-D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nur in ihrer Ausrichtung bewegen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horizontal → links/rechts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vertikal → oben/unten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Zielauto (rotes Auto) ist festgelegt</a:t>
            </a:r>
            <a:r>
              <a:rPr lang="de-DE" altLang="de-DE" sz="1900"/>
              <a:t> </a:t>
            </a:r>
            <a:r>
              <a:rPr lang="de-DE" altLang="de-DE" sz="1900">
                <a:sym typeface="Wingdings" pitchFamily="2" charset="2"/>
              </a:rPr>
              <a:t> </a:t>
            </a: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Autos blockieren sich gegenseitig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Es darf immer nur </a:t>
            </a:r>
            <a:r>
              <a:rPr kumimoji="0" lang="de-DE" altLang="de-DE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ein Auto pro Zug bewegt werden</a:t>
            </a:r>
            <a:endParaRPr kumimoji="0" lang="de-DE" altLang="de-DE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de-DE" sz="1900"/>
          </a:p>
        </p:txBody>
      </p:sp>
      <p:pic>
        <p:nvPicPr>
          <p:cNvPr id="1027" name="Picture 3" descr="Ravensburger ThinkFun - Rush Hour (Deutsch, Englisch, Französisch,  Italienisch, Niederländisch, Portugiesisch, Spanisch, 1 - 4 Spieler)">
            <a:extLst>
              <a:ext uri="{FF2B5EF4-FFF2-40B4-BE49-F238E27FC236}">
                <a16:creationId xmlns:a16="http://schemas.microsoft.com/office/drawing/2014/main" id="{6A31C081-CD31-09C5-0684-DEAF7C80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7" r="16399" b="-1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0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F5252-74E1-0997-5856-02543E75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DD877-6A36-91D2-115F-1D4BD1978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Ziel: 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Freie Bahn für das rote Auto schaffen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Das rote Auto muss den Ausgang erreichen (rechte Seite)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Zielzustand: rotes Auto erreicht die Ausfahrt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Optimierung: 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möglichst wenige Züge</a:t>
            </a:r>
            <a:b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 Projekt: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Kosten = Anzahl der Züge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Gesucht wird die 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optimale Lösung (kürzester Weg)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073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A71979-725E-786B-9566-15014804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Projektaufgabe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5E83D04-C4C6-53A6-4F88-D3B38E25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A*-Algorithmus</a:t>
            </a:r>
            <a:br>
              <a:rPr kumimoji="0" lang="de-DE" altLang="de-DE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Graphensuche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(kein Tree Search!)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vermeidet doppelte Zustände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nutzt: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= bisherige Kosten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= Heuristik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885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D14B-9310-0269-4BB4-7F01AEF5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977FE-BDF8-171D-D505-ED1C46A6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Projektaufgabe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1F8272-5AA7-CA2B-5289-31D4491C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Heuristiken</a:t>
            </a:r>
            <a:b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Zero-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Heuristic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immer 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entspricht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Breadth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-First Search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Blocking-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Heuristic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Anzahl der Autos vor dem roten Auto + 1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Eigene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Advanced-Heuristic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selbst entwickelt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muss 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konsistent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sein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432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Macintosh PowerPoint</Application>
  <PresentationFormat>Breitbild</PresentationFormat>
  <Paragraphs>38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Rush Hour</vt:lpstr>
      <vt:lpstr>Prinzip</vt:lpstr>
      <vt:lpstr>Ziel</vt:lpstr>
      <vt:lpstr>Projektaufgabe</vt:lpstr>
      <vt:lpstr>Projektaufgabe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Cornelia Langsenlehner</dc:creator>
  <cp:lastModifiedBy>Cornelia Langsenlehner</cp:lastModifiedBy>
  <cp:revision>1</cp:revision>
  <dcterms:created xsi:type="dcterms:W3CDTF">2026-05-05T21:41:32Z</dcterms:created>
  <dcterms:modified xsi:type="dcterms:W3CDTF">2026-05-05T21:55:03Z</dcterms:modified>
</cp:coreProperties>
</file>